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Body Level One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Agenda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/>
            </a:lvl1pPr>
          </a:lstStyle>
          <a:p>
            <a:pPr/>
            <a:r>
              <a:t>Agenda Topics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quarter" idx="1" hasCustomPrompt="1"/>
          </p:nvPr>
        </p:nvSpPr>
        <p:spPr>
          <a:xfrm>
            <a:off x="2430024" y="10675453"/>
            <a:ext cx="2020005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Body Level One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</p:spPr>
        <p:txBody>
          <a:bodyPr numCol="1" spcCol="38100"/>
          <a:lstStyle>
            <a:lvl1pPr marL="469900" indent="-300876">
              <a:spcBef>
                <a:spcPts val="0"/>
              </a:spcBef>
              <a:buSzTx/>
              <a:buNone/>
              <a:defRPr spc="-20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“Notable Quote”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ruppe 4a"/>
          <p:cNvSpPr txBox="1"/>
          <p:nvPr>
            <p:ph type="body" sz="quarter" idx="1"/>
          </p:nvPr>
        </p:nvSpPr>
        <p:spPr>
          <a:xfrm>
            <a:off x="1201341" y="11859862"/>
            <a:ext cx="21971002" cy="63698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</a:pPr>
            <a:r>
              <a:t>Gruppe 4a</a:t>
            </a:r>
            <a:r>
              <a:t>_2</a:t>
            </a:r>
          </a:p>
        </p:txBody>
      </p:sp>
      <p:sp>
        <p:nvSpPr>
          <p:cNvPr id="172" name="Kick-Off (Projekt Pitch)"/>
          <p:cNvSpPr txBox="1"/>
          <p:nvPr>
            <p:ph type="title"/>
          </p:nvPr>
        </p:nvSpPr>
        <p:spPr>
          <a:xfrm>
            <a:off x="1206495" y="2574991"/>
            <a:ext cx="21971006" cy="4648202"/>
          </a:xfrm>
          <a:prstGeom prst="rect">
            <a:avLst/>
          </a:prstGeom>
        </p:spPr>
        <p:txBody>
          <a:bodyPr/>
          <a:lstStyle>
            <a:lvl1pPr>
              <a:defRPr spc="-300"/>
            </a:lvl1pPr>
          </a:lstStyle>
          <a:p>
            <a:pPr/>
            <a:r>
              <a:t>Kick-Off (Projekt Pitch)</a:t>
            </a:r>
          </a:p>
        </p:txBody>
      </p:sp>
      <p:sp>
        <p:nvSpPr>
          <p:cNvPr id="173" name="SWE Praktikum Woche 3"/>
          <p:cNvSpPr txBox="1"/>
          <p:nvPr/>
        </p:nvSpPr>
        <p:spPr>
          <a:xfrm>
            <a:off x="1201342" y="7223190"/>
            <a:ext cx="21971002" cy="190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SWE Praktikum Woche 3</a:t>
            </a:r>
          </a:p>
        </p:txBody>
      </p:sp>
      <p:sp>
        <p:nvSpPr>
          <p:cNvPr id="174" name="Slide Number"/>
          <p:cNvSpPr txBox="1"/>
          <p:nvPr>
            <p:ph type="sldNum" sz="quarter" idx="4294967295"/>
          </p:nvPr>
        </p:nvSpPr>
        <p:spPr>
          <a:xfrm>
            <a:off x="12065050" y="13080998"/>
            <a:ext cx="241402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heme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Themen</a:t>
            </a:r>
          </a:p>
        </p:txBody>
      </p:sp>
      <p:sp>
        <p:nvSpPr>
          <p:cNvPr id="177" name="Slide Subtitle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8" name="Vorstellung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Vorstellung</a:t>
            </a:r>
          </a:p>
          <a:p>
            <a:pPr/>
            <a:r>
              <a:t>Anforderungen</a:t>
            </a:r>
          </a:p>
          <a:p>
            <a:pPr/>
            <a:r>
              <a:t>Mockup</a:t>
            </a:r>
          </a:p>
          <a:p>
            <a:pPr/>
            <a:r>
              <a:t>Erfolgsmessung</a:t>
            </a:r>
          </a:p>
          <a:p>
            <a:pPr/>
            <a:r>
              <a:t>Meilensteine</a:t>
            </a:r>
          </a:p>
        </p:txBody>
      </p:sp>
      <p:sp>
        <p:nvSpPr>
          <p:cNvPr id="179" name="Slide Number"/>
          <p:cNvSpPr txBox="1"/>
          <p:nvPr>
            <p:ph type="sldNum" sz="quarter" idx="4294967295"/>
          </p:nvPr>
        </p:nvSpPr>
        <p:spPr>
          <a:xfrm>
            <a:off x="12065050" y="13080998"/>
            <a:ext cx="241402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Vorstellu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Vorstellung</a:t>
            </a:r>
          </a:p>
        </p:txBody>
      </p:sp>
      <p:sp>
        <p:nvSpPr>
          <p:cNvPr id="182" name="Slide Subtitle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3" name="Project Owner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347472" indent="-347472" defTabSz="1389852">
              <a:spcBef>
                <a:spcPts val="2500"/>
              </a:spcBef>
              <a:defRPr sz="2700"/>
            </a:pPr>
            <a:r>
              <a:t>Project Owner</a:t>
            </a:r>
          </a:p>
          <a:p>
            <a:pPr lvl="1" marL="0" indent="347472" defTabSz="1389852">
              <a:spcBef>
                <a:spcPts val="2500"/>
              </a:spcBef>
              <a:buSzTx/>
              <a:buNone/>
              <a:defRPr b="1" sz="2700"/>
            </a:pPr>
            <a:r>
              <a:t>- </a:t>
            </a:r>
            <a:r>
              <a:rPr b="0"/>
              <a:t>Felix</a:t>
            </a:r>
          </a:p>
          <a:p>
            <a:pPr lvl="1" marL="0" indent="347472" defTabSz="1389852">
              <a:spcBef>
                <a:spcPts val="2500"/>
              </a:spcBef>
              <a:buSzTx/>
              <a:buNone/>
              <a:defRPr b="1" sz="2700"/>
            </a:pPr>
            <a:r>
              <a:t>- </a:t>
            </a:r>
            <a:r>
              <a:rPr b="0"/>
              <a:t>Moritz (Co)</a:t>
            </a:r>
          </a:p>
          <a:p>
            <a:pPr marL="347472" indent="-347472" defTabSz="1389852">
              <a:spcBef>
                <a:spcPts val="2500"/>
              </a:spcBef>
              <a:defRPr sz="2700"/>
            </a:pPr>
            <a:r>
              <a:t>Scrum Master</a:t>
            </a:r>
          </a:p>
          <a:p>
            <a:pPr lvl="1" marL="0" indent="347472" defTabSz="1389852">
              <a:spcBef>
                <a:spcPts val="2500"/>
              </a:spcBef>
              <a:buSzTx/>
              <a:buNone/>
              <a:defRPr b="1" sz="2700"/>
            </a:pPr>
            <a:r>
              <a:t>- </a:t>
            </a:r>
            <a:r>
              <a:rPr b="0"/>
              <a:t>Jordan</a:t>
            </a:r>
          </a:p>
          <a:p>
            <a:pPr lvl="1" marL="0" indent="347472" defTabSz="1389852">
              <a:spcBef>
                <a:spcPts val="2500"/>
              </a:spcBef>
              <a:buSzTx/>
              <a:buNone/>
              <a:defRPr b="1" sz="2700"/>
            </a:pPr>
            <a:r>
              <a:t>- </a:t>
            </a:r>
            <a:r>
              <a:rPr b="0"/>
              <a:t>Sofian</a:t>
            </a:r>
          </a:p>
          <a:p>
            <a:pPr marL="347472" indent="-347472" defTabSz="1389852">
              <a:spcBef>
                <a:spcPts val="2500"/>
              </a:spcBef>
              <a:defRPr sz="2700"/>
            </a:pPr>
            <a:r>
              <a:t>Quality Manager</a:t>
            </a:r>
          </a:p>
          <a:p>
            <a:pPr lvl="1" marL="0" indent="347472" defTabSz="1389852">
              <a:spcBef>
                <a:spcPts val="2500"/>
              </a:spcBef>
              <a:buSzTx/>
              <a:buNone/>
              <a:defRPr b="1" sz="2700"/>
            </a:pPr>
            <a:r>
              <a:t>- </a:t>
            </a:r>
            <a:r>
              <a:rPr b="0"/>
              <a:t>Andree</a:t>
            </a:r>
          </a:p>
          <a:p>
            <a:pPr lvl="1" marL="0" indent="347472" defTabSz="1389852">
              <a:spcBef>
                <a:spcPts val="2500"/>
              </a:spcBef>
              <a:buSzTx/>
              <a:buNone/>
              <a:defRPr b="1" sz="2700"/>
            </a:pPr>
            <a:r>
              <a:t>- </a:t>
            </a:r>
            <a:r>
              <a:rPr b="0"/>
              <a:t>Amine</a:t>
            </a:r>
          </a:p>
          <a:p>
            <a:pPr marL="347472" indent="-347472" defTabSz="1389852">
              <a:spcBef>
                <a:spcPts val="2500"/>
              </a:spcBef>
              <a:defRPr sz="2700"/>
            </a:pPr>
            <a:r>
              <a:t>Techlead</a:t>
            </a:r>
          </a:p>
          <a:p>
            <a:pPr lvl="1" marL="0" indent="347472" defTabSz="1389852">
              <a:spcBef>
                <a:spcPts val="2500"/>
              </a:spcBef>
              <a:buSzTx/>
              <a:buNone/>
              <a:defRPr b="1" sz="2700"/>
            </a:pPr>
            <a:r>
              <a:t>- </a:t>
            </a:r>
            <a:r>
              <a:rPr b="0"/>
              <a:t>Yassine</a:t>
            </a:r>
          </a:p>
          <a:p>
            <a:pPr lvl="1" marL="0" indent="347472" defTabSz="1389852">
              <a:spcBef>
                <a:spcPts val="2500"/>
              </a:spcBef>
              <a:buSzTx/>
              <a:buNone/>
              <a:defRPr b="1" sz="2700"/>
            </a:pPr>
            <a:r>
              <a:t>- </a:t>
            </a:r>
            <a:r>
              <a:rPr b="0"/>
              <a:t>Moritz (Co)</a:t>
            </a:r>
          </a:p>
        </p:txBody>
      </p:sp>
      <p:sp>
        <p:nvSpPr>
          <p:cNvPr id="184" name="Slide Number"/>
          <p:cNvSpPr txBox="1"/>
          <p:nvPr>
            <p:ph type="sldNum" sz="quarter" idx="4294967295"/>
          </p:nvPr>
        </p:nvSpPr>
        <p:spPr>
          <a:xfrm>
            <a:off x="12065050" y="13080998"/>
            <a:ext cx="241402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Anforderunge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Anforderungen</a:t>
            </a:r>
          </a:p>
        </p:txBody>
      </p:sp>
      <p:sp>
        <p:nvSpPr>
          <p:cNvPr id="187" name="Slide Subtitle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8" name="Online Zugriff auf Lernmaterial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414527" indent="-414527" defTabSz="1658069">
              <a:spcBef>
                <a:spcPts val="3000"/>
              </a:spcBef>
              <a:defRPr sz="3200"/>
            </a:pPr>
            <a:r>
              <a:t>Online Zugriff auf Lernmaterial</a:t>
            </a:r>
          </a:p>
          <a:p>
            <a:pPr lvl="1" marL="0" indent="414527" defTabSz="1658069">
              <a:spcBef>
                <a:spcPts val="3000"/>
              </a:spcBef>
              <a:buSzTx/>
              <a:buNone/>
              <a:defRPr b="1" sz="3200"/>
            </a:pPr>
            <a:r>
              <a:t>- </a:t>
            </a:r>
            <a:r>
              <a:rPr b="0"/>
              <a:t>Texte, Formeln &amp; Bilder Anzeigen</a:t>
            </a:r>
          </a:p>
          <a:p>
            <a:pPr lvl="1" marL="0" indent="414527" defTabSz="1658069">
              <a:spcBef>
                <a:spcPts val="3000"/>
              </a:spcBef>
              <a:buSzTx/>
              <a:buNone/>
              <a:defRPr b="1" sz="3200"/>
            </a:pPr>
            <a:r>
              <a:t>- </a:t>
            </a:r>
            <a:r>
              <a:rPr b="0"/>
              <a:t>Download von PDFs (</a:t>
            </a:r>
            <a:r>
              <a:rPr b="0"/>
              <a:t>Übungsblätter</a:t>
            </a:r>
            <a:r>
              <a:rPr b="0"/>
              <a:t>)</a:t>
            </a:r>
          </a:p>
          <a:p>
            <a:pPr marL="414527" indent="-414527" defTabSz="1658069">
              <a:spcBef>
                <a:spcPts val="3000"/>
              </a:spcBef>
              <a:defRPr sz="3200"/>
            </a:pPr>
            <a:r>
              <a:t>Einfache Benutzung</a:t>
            </a:r>
          </a:p>
          <a:p>
            <a:pPr lvl="1" marL="0" indent="414527" defTabSz="1658069">
              <a:spcBef>
                <a:spcPts val="3000"/>
              </a:spcBef>
              <a:buSzTx/>
              <a:buNone/>
              <a:defRPr b="1" sz="3200"/>
            </a:pPr>
            <a:r>
              <a:t>-</a:t>
            </a:r>
            <a:r>
              <a:rPr b="0"/>
              <a:t> Intuitiv: Maximal 3 Klicks zum Material</a:t>
            </a:r>
          </a:p>
          <a:p>
            <a:pPr lvl="1" marL="0" indent="414527" defTabSz="1658069">
              <a:spcBef>
                <a:spcPts val="3000"/>
              </a:spcBef>
              <a:buSzTx/>
              <a:buNone/>
              <a:defRPr b="1" sz="3200"/>
            </a:pPr>
            <a:r>
              <a:t>-</a:t>
            </a:r>
            <a:r>
              <a:rPr b="0"/>
              <a:t> Barrierefrei</a:t>
            </a:r>
          </a:p>
          <a:p>
            <a:pPr lvl="1" marL="0" indent="414527" defTabSz="1658069">
              <a:spcBef>
                <a:spcPts val="3000"/>
              </a:spcBef>
              <a:buSzTx/>
              <a:buNone/>
              <a:defRPr b="1" sz="3200"/>
            </a:pPr>
            <a:r>
              <a:t>-</a:t>
            </a:r>
            <a:r>
              <a:rPr b="0"/>
              <a:t> Hoher Kontrast</a:t>
            </a:r>
          </a:p>
          <a:p>
            <a:pPr marL="414527" indent="-414527" defTabSz="1658069">
              <a:spcBef>
                <a:spcPts val="3000"/>
              </a:spcBef>
              <a:defRPr sz="3200"/>
            </a:pPr>
            <a:r>
              <a:t>Fertig bis Januar 2025</a:t>
            </a:r>
          </a:p>
          <a:p>
            <a:pPr marL="414527" indent="-414527" defTabSz="1658069">
              <a:spcBef>
                <a:spcPts val="3000"/>
              </a:spcBef>
              <a:defRPr sz="3200"/>
            </a:pPr>
            <a:r>
              <a:t>Website für übliche Browser (Desktop &amp; Mobile)</a:t>
            </a:r>
          </a:p>
        </p:txBody>
      </p:sp>
      <p:sp>
        <p:nvSpPr>
          <p:cNvPr id="189" name="Slide Number"/>
          <p:cNvSpPr txBox="1"/>
          <p:nvPr>
            <p:ph type="sldNum" sz="quarter" idx="4294967295"/>
          </p:nvPr>
        </p:nvSpPr>
        <p:spPr>
          <a:xfrm>
            <a:off x="12065050" y="13080998"/>
            <a:ext cx="241402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Mocku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Mockup</a:t>
            </a:r>
          </a:p>
        </p:txBody>
      </p:sp>
      <p:sp>
        <p:nvSpPr>
          <p:cNvPr id="192" name="Desktop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  <a:r>
              <a:t>Desktop</a:t>
            </a:r>
          </a:p>
        </p:txBody>
      </p:sp>
      <p:pic>
        <p:nvPicPr>
          <p:cNvPr id="193" name="landing.png" descr="landin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4374" y="5331300"/>
            <a:ext cx="6274389" cy="394085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" name="file view.png" descr="file view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414999" y="5286802"/>
            <a:ext cx="6174626" cy="4029858"/>
          </a:xfrm>
          <a:prstGeom prst="rect">
            <a:avLst/>
          </a:prstGeom>
          <a:ln w="12700">
            <a:miter lim="400000"/>
          </a:ln>
        </p:spPr>
      </p:pic>
      <p:pic>
        <p:nvPicPr>
          <p:cNvPr id="195" name="file choose.png" descr="file choos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060157" y="5286802"/>
            <a:ext cx="6363449" cy="4029858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Material Auswahl"/>
          <p:cNvSpPr txBox="1"/>
          <p:nvPr/>
        </p:nvSpPr>
        <p:spPr>
          <a:xfrm>
            <a:off x="9859411" y="4399341"/>
            <a:ext cx="476493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Material Auswahl</a:t>
            </a:r>
          </a:p>
        </p:txBody>
      </p:sp>
      <p:sp>
        <p:nvSpPr>
          <p:cNvPr id="197" name="Material Ansicht"/>
          <p:cNvSpPr txBox="1"/>
          <p:nvPr/>
        </p:nvSpPr>
        <p:spPr>
          <a:xfrm>
            <a:off x="17254869" y="4399341"/>
            <a:ext cx="449488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Material Ansicht</a:t>
            </a:r>
          </a:p>
        </p:txBody>
      </p:sp>
      <p:sp>
        <p:nvSpPr>
          <p:cNvPr id="198" name="Hauptseite"/>
          <p:cNvSpPr txBox="1"/>
          <p:nvPr/>
        </p:nvSpPr>
        <p:spPr>
          <a:xfrm>
            <a:off x="3401014" y="4399341"/>
            <a:ext cx="306110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Hauptseite</a:t>
            </a:r>
          </a:p>
        </p:txBody>
      </p:sp>
      <p:sp>
        <p:nvSpPr>
          <p:cNvPr id="199" name="Slide Number"/>
          <p:cNvSpPr txBox="1"/>
          <p:nvPr>
            <p:ph type="sldNum" sz="quarter" idx="4294967295"/>
          </p:nvPr>
        </p:nvSpPr>
        <p:spPr>
          <a:xfrm>
            <a:off x="12065050" y="13080998"/>
            <a:ext cx="241402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Mocku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Mockup</a:t>
            </a:r>
          </a:p>
        </p:txBody>
      </p:sp>
      <p:sp>
        <p:nvSpPr>
          <p:cNvPr id="202" name="Mobile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  <a:r>
              <a:t>Mobile</a:t>
            </a:r>
          </a:p>
        </p:txBody>
      </p:sp>
      <p:sp>
        <p:nvSpPr>
          <p:cNvPr id="203" name="Material Auswahl"/>
          <p:cNvSpPr txBox="1"/>
          <p:nvPr/>
        </p:nvSpPr>
        <p:spPr>
          <a:xfrm>
            <a:off x="9831441" y="4206685"/>
            <a:ext cx="4764940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Material Auswahl</a:t>
            </a:r>
          </a:p>
        </p:txBody>
      </p:sp>
      <p:sp>
        <p:nvSpPr>
          <p:cNvPr id="204" name="Material Ansicht"/>
          <p:cNvSpPr txBox="1"/>
          <p:nvPr/>
        </p:nvSpPr>
        <p:spPr>
          <a:xfrm>
            <a:off x="17226898" y="4206685"/>
            <a:ext cx="4494887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Material Ansicht</a:t>
            </a:r>
          </a:p>
        </p:txBody>
      </p:sp>
      <p:sp>
        <p:nvSpPr>
          <p:cNvPr id="205" name="Hauptseite"/>
          <p:cNvSpPr txBox="1"/>
          <p:nvPr/>
        </p:nvSpPr>
        <p:spPr>
          <a:xfrm>
            <a:off x="3373046" y="4206685"/>
            <a:ext cx="3061107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Hauptseite</a:t>
            </a:r>
          </a:p>
        </p:txBody>
      </p:sp>
      <p:pic>
        <p:nvPicPr>
          <p:cNvPr id="206" name="landing mobile.png" descr="landing mobil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32097" y="5292156"/>
            <a:ext cx="5343005" cy="4217158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file choose mobile.png" descr="file choose mobil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529401" y="5292156"/>
            <a:ext cx="5369023" cy="4217158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file view mobile.png" descr="file view mobil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796782" y="5292156"/>
            <a:ext cx="5355122" cy="4217158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Slide Number"/>
          <p:cNvSpPr txBox="1"/>
          <p:nvPr>
            <p:ph type="sldNum" sz="quarter" idx="4294967295"/>
          </p:nvPr>
        </p:nvSpPr>
        <p:spPr>
          <a:xfrm>
            <a:off x="12065050" y="13080998"/>
            <a:ext cx="241402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Erfolgsmessu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Erfolgsmessung</a:t>
            </a:r>
          </a:p>
        </p:txBody>
      </p:sp>
      <p:sp>
        <p:nvSpPr>
          <p:cNvPr id="212" name="Slide Subtitle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3" name="Rückmeldung der Schüler an die Lehrer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Rückmeldung der Schüler an die Lehrer</a:t>
            </a:r>
          </a:p>
          <a:p>
            <a:pPr/>
            <a:r>
              <a:t>Verbesserte Noten der Schüler (indirekt)</a:t>
            </a:r>
          </a:p>
          <a:p>
            <a:pPr/>
            <a:r>
              <a:t>Download-/Aufrufzahlen</a:t>
            </a:r>
          </a:p>
        </p:txBody>
      </p:sp>
      <p:sp>
        <p:nvSpPr>
          <p:cNvPr id="214" name="Slide Number"/>
          <p:cNvSpPr txBox="1"/>
          <p:nvPr>
            <p:ph type="sldNum" sz="quarter" idx="4294967295"/>
          </p:nvPr>
        </p:nvSpPr>
        <p:spPr>
          <a:xfrm>
            <a:off x="12065050" y="13080998"/>
            <a:ext cx="241402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Meilenstei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Meilensteine</a:t>
            </a:r>
          </a:p>
        </p:txBody>
      </p:sp>
      <p:sp>
        <p:nvSpPr>
          <p:cNvPr id="217" name="Slide Subtitle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8" name="Mockup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889000" indent="-889000">
              <a:buSzPct val="100000"/>
              <a:buAutoNum type="arabicPeriod" startAt="1"/>
            </a:pPr>
            <a:r>
              <a:t>Projekt Pitch &amp; Mockup</a:t>
            </a:r>
            <a:r>
              <a:t>  </a:t>
            </a:r>
            <a:r>
              <a:rPr i="1"/>
              <a:t>(Woche 1-3)</a:t>
            </a:r>
            <a:endParaRPr i="1"/>
          </a:p>
          <a:p>
            <a:pPr marL="889000" indent="-889000">
              <a:buSzPct val="100000"/>
              <a:buAutoNum type="arabicPeriod" startAt="1"/>
            </a:pPr>
            <a:r>
              <a:t>Planung der Architektur</a:t>
            </a:r>
            <a:r>
              <a:t>  </a:t>
            </a:r>
            <a:r>
              <a:rPr i="1"/>
              <a:t>(Woche 3-4)</a:t>
            </a:r>
            <a:endParaRPr i="1"/>
          </a:p>
          <a:p>
            <a:pPr marL="889000" indent="-889000">
              <a:buSzPct val="100000"/>
              <a:buAutoNum type="arabicPeriod" startAt="1"/>
            </a:pPr>
            <a:r>
              <a:t>Implementierung</a:t>
            </a:r>
            <a:r>
              <a:t>  </a:t>
            </a:r>
            <a:r>
              <a:rPr i="1"/>
              <a:t>(Woche 4-9)</a:t>
            </a:r>
            <a:endParaRPr i="1"/>
          </a:p>
          <a:p>
            <a:pPr lvl="1" marL="0" indent="609600">
              <a:buSzTx/>
              <a:buNone/>
              <a:defRPr b="1"/>
            </a:pPr>
            <a:r>
              <a:t>-</a:t>
            </a:r>
            <a:r>
              <a:rPr b="0"/>
              <a:t> Docker Packaging</a:t>
            </a:r>
            <a:endParaRPr b="0"/>
          </a:p>
          <a:p>
            <a:pPr marL="889000" indent="-889000">
              <a:buSzPct val="100000"/>
              <a:buAutoNum type="arabicPeriod" startAt="1"/>
            </a:pPr>
            <a:r>
              <a:t>Testen &amp; Bugfixes</a:t>
            </a:r>
            <a:r>
              <a:t>  </a:t>
            </a:r>
            <a:r>
              <a:rPr i="1"/>
              <a:t>(Woche 8-11)</a:t>
            </a:r>
            <a:endParaRPr i="1"/>
          </a:p>
          <a:p>
            <a:pPr marL="889000" indent="-889000">
              <a:buSzPct val="100000"/>
              <a:buAutoNum type="arabicPeriod" startAt="1"/>
            </a:pPr>
            <a:r>
              <a:t>Abschluss &amp; Lieferung  </a:t>
            </a:r>
            <a:r>
              <a:rPr i="1"/>
              <a:t>(Januar 2025)</a:t>
            </a:r>
          </a:p>
        </p:txBody>
      </p:sp>
      <p:sp>
        <p:nvSpPr>
          <p:cNvPr id="219" name="Slide Number"/>
          <p:cNvSpPr txBox="1"/>
          <p:nvPr>
            <p:ph type="sldNum" sz="quarter" idx="4294967295"/>
          </p:nvPr>
        </p:nvSpPr>
        <p:spPr>
          <a:xfrm>
            <a:off x="12065050" y="13080998"/>
            <a:ext cx="241402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Fragen"/>
          <p:cNvSpPr txBox="1"/>
          <p:nvPr>
            <p:ph type="title"/>
          </p:nvPr>
        </p:nvSpPr>
        <p:spPr>
          <a:xfrm>
            <a:off x="1206495" y="4533900"/>
            <a:ext cx="21971006" cy="4648200"/>
          </a:xfrm>
          <a:prstGeom prst="rect">
            <a:avLst/>
          </a:prstGeom>
        </p:spPr>
        <p:txBody>
          <a:bodyPr/>
          <a:lstStyle>
            <a:lvl1pPr>
              <a:defRPr spc="-300"/>
            </a:lvl1pPr>
          </a:lstStyle>
          <a:p>
            <a:pPr/>
            <a:r>
              <a:t>Fragen</a:t>
            </a:r>
          </a:p>
        </p:txBody>
      </p:sp>
      <p:sp>
        <p:nvSpPr>
          <p:cNvPr id="222" name="Slide Number"/>
          <p:cNvSpPr txBox="1"/>
          <p:nvPr>
            <p:ph type="sldNum" sz="quarter" idx="4294967295"/>
          </p:nvPr>
        </p:nvSpPr>
        <p:spPr>
          <a:xfrm>
            <a:off x="12065050" y="13085232"/>
            <a:ext cx="241402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